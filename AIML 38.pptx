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670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Traffic Road Sign Recognition &amp; Classification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2826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real-time computer vision and deep learning platform for intelligent transportation systems, ADAS, and autonomous vehicles.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41365"/>
            <a:ext cx="1232446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83856"/>
            <a:ext cx="15195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9406" y="3541365"/>
            <a:ext cx="1075804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4462" y="3583856"/>
            <a:ext cx="13628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46053" y="3541365"/>
            <a:ext cx="1593131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31108" y="3583856"/>
            <a:ext cx="18802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AUTONOMOUS MOBILITY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0794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Traditional Methods Fall Short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96119" y="1261021"/>
            <a:ext cx="4722763" cy="800249"/>
          </a:xfrm>
          <a:prstGeom prst="roundRect">
            <a:avLst>
              <a:gd name="adj" fmla="val 12954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11237" y="1376139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Environmental Variability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1237" y="1612181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Lighting changes, rain, fog, and glare degrade image quality, causing traditional image processing to fail.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6119" y="2154808"/>
            <a:ext cx="4722763" cy="800249"/>
          </a:xfrm>
          <a:prstGeom prst="roundRect">
            <a:avLst>
              <a:gd name="adj" fmla="val 12954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11237" y="2269927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Sign Degradation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1237" y="2505968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Faded, occluded, or physically damaged signs are frequently misidentified by rule-based algorithms.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9" y="3048595"/>
            <a:ext cx="4722763" cy="800249"/>
          </a:xfrm>
          <a:prstGeom prst="roundRect">
            <a:avLst>
              <a:gd name="adj" fmla="val 12954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11237" y="3163714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Motion &amp; Speed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1237" y="3399755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High-speed capture introduces motion blur, making real-time detection a critical engineering challenge.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942383"/>
            <a:ext cx="4722763" cy="800249"/>
          </a:xfrm>
          <a:prstGeom prst="roundRect">
            <a:avLst>
              <a:gd name="adj" fmla="val 12954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611237" y="4057501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Scale &amp; Diversity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1237" y="4293543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Thousands of sign variants across regions and countries exceed the capacity of hand-crafted feature detectors.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384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Solution: An Intelligent Recognition Pipeline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55477"/>
            <a:ext cx="8151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automatically detects, localizes, and classifies traffic signs in real time — assigning confidence scores and surfacing results through an interactive analytics dashboard.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394668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6361" y="3492334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 Reporting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456" y="3377701"/>
            <a:ext cx="1190143" cy="68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CNN Classification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4702" y="3492334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0341" y="3492334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Image Capture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401145"/>
            <a:ext cx="8151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Images are captured via vehicle-mounted cameras or infrastructure sensors, preprocessed to remove noise, analyzed through a deep learning model, and classified into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Warning, Regulatory, Mandatory,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Informational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categories with per-prediction confidence scores.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8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Layered Design for Scalability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001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layer is independently deployable, enabling horizontal scaling and fault isolation across cloud and edge environments.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React-based dashboard and mobile interfaces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Application: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Business logic, RBAC, and notification engine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CV &amp; DL: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OpenCV preprocessing + PyTorch/TensorFlow inference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PostgreSQL for metadata, Redis for caching, S3 for image storage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57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End-to-End Workflow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9884"/>
            <a:ext cx="4075881" cy="469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470" y="1546622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Image Acquisition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3470" y="1788319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Capture frames from vehicle cameras or roadside infrastructure.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79884"/>
            <a:ext cx="4075881" cy="469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351" y="1546622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89351" y="1788319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Noise removal, contrast enhancement, and normalization.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77343"/>
            <a:ext cx="4075881" cy="469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3470" y="2644080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Detection &amp; Localization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3470" y="2885777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YOLO/Faster R-CNN localizes sign bounding boxes.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77343"/>
            <a:ext cx="4075881" cy="469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89351" y="2644080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89351" y="2885777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CNN/ResNet assigns sign category and confidence score.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174802"/>
            <a:ext cx="4075881" cy="4695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3470" y="3741539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Visualization &amp; Reporting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13470" y="3983236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Results rendered on dashboard; reports generated automatically.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174802"/>
            <a:ext cx="4075881" cy="46955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89351" y="3741539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689351" y="3983236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data retrains models for ongoing accuracy improvement.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496119" y="4381574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pipeline processes frames in under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50 ms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supporting real-time inference at highway speeds with continuous feedback loops for model retraining.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Deep Learning Models &amp; Evaluation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Selection Trade-offs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YOLOv8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leads in speed for real-time ADAS;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ResNet-50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EfficientNet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excel in classification accuracy.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Faster R-CNN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suits high-precision offline analysis.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48322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metrics: mAP, F1-Score, Precision, Recall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Latency target: &lt;50 ms per frame on GPU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Augmentation: rotation, brightness, occlusion simulation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learning pipeline with versioned datasets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6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32148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9935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React.js, Redux, D3.js, and Chart.js for the interactive analytics dashboard and real-time visualization.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23214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199935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Flask/FastAPI, Node.js, RESTful APIs with JWT authentication and role-based access control.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232148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199935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OpenCV, scikit-image, and Albumentations for preprocessing, augmentation, and feature extraction.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90131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5734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PyTorch, TensorFlow, Keras — training and deploying CNN, YOLO, ResNet, and EfficientNet models.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90131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&amp; Cloud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5734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PostgreSQL, Redis, AWS S3, Docker, Kubernetes on AWS/GCP for scalable, cloud-native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69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Functional &amp; Non-Functional Requirements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02494"/>
            <a:ext cx="4107135" cy="2794099"/>
          </a:xfrm>
          <a:prstGeom prst="roundRect">
            <a:avLst>
              <a:gd name="adj" fmla="val 7306"/>
            </a:avLst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64425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Functional Requirements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07468"/>
            <a:ext cx="3823618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multi-factor authentication with RBAC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 upload, batch processing, and live camera feed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traffic sign detection and classification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 scoring with explainability overlays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Analytics dashboard, report generation, and alerts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management and model versioning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64425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Non-Functional Requirements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007468"/>
            <a:ext cx="3902943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Scalability: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Horizontal scaling via Kubernetes auto-scaling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Availability: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99.9% uptime SLA with failover redundancy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TLS encryption, OWASP compliance, audit logging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Performance: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&lt;50 ms inference, 500+ concurrent users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Reliability: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Automated retraining and drift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74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Real-World Applications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3944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3394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Autonomous Vehicles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61915"/>
            <a:ext cx="190500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sign interpretation for safe, rule-compliant navigation without human intervention.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673944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5339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ADAS Systems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84045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Speed limit alerts, stop sign warnings, and regulatory sign notifications to assist drivers.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673944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53394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Smart City Infrastructure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061915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Roadside cameras feed into traffic management centers for city-wide sign compliance monitoring.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673944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5339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Fleet &amp; Logistics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84045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route compliance, regulatory adherence, and safety auditing across commercial fleets.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97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Challenges, Future Roadmap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7045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25860"/>
            <a:ext cx="390569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Adverse weather, occlusions, and degraded signs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constraints on edge devices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diversity across geographies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Maintaining accuracy under domain shift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710383"/>
            <a:ext cx="3905696" cy="981224"/>
          </a:xfrm>
          <a:prstGeom prst="roundRect">
            <a:avLst>
              <a:gd name="adj" fmla="val 12800"/>
            </a:avLst>
          </a:prstGeom>
          <a:solidFill>
            <a:srgbClr val="DDEE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2910260"/>
            <a:ext cx="174427" cy="1395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598" y="2868811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Solutions: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 augmentation, transfer learning, edge AI optimization, and federated learning.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6947" y="117045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6947" y="1525860"/>
            <a:ext cx="3905696" cy="129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Transformer-based vision models (ViT, DETR)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LiDAR fusion and multimodal perception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Vehicle-to-Infrastructure (V2I) integration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Explainable AI and multilingual sign recognition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edge deployment and federated learning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5445" y="4155058"/>
            <a:ext cx="7942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unites computer vision and deep learning to detect and classify traffic signs in real time — advancing road safety, intelligent transportation, and the next generation of autonomous mobility.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4000574"/>
            <a:ext cx="19050" cy="751880"/>
          </a:xfrm>
          <a:prstGeom prst="roundRect">
            <a:avLst>
              <a:gd name="adj" fmla="val 50000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2026-07-28T05:24:30Z</dcterms:created>
  <dcterms:modified xsi:type="dcterms:W3CDTF">2026-07-28T05:24:30Z</dcterms:modified>
</cp:coreProperties>
</file>